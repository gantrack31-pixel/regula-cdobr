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01e7eb5a748a1" /><Relationship Type="http://schemas.openxmlformats.org/officeDocument/2006/relationships/extended-properties" Target="/docProps/app.xml" Id="R878779ac5af440fe" /><Relationship Type="http://schemas.openxmlformats.org/officeDocument/2006/relationships/officeDocument" Target="/ppt/presentation.xml" Id="R3ec7b15aec60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3ca6d1c15d4980"/>
  </p:sldMasterIdLst>
  <p:notesMasterIdLst>
    <p:notesMasterId xmlns:r="http://schemas.openxmlformats.org/officeDocument/2006/relationships" r:id="Rd5ad685cc9c14567"/>
  </p:notesMasterIdLst>
  <p:sldIdLst>
    <p:sldId xmlns:r="http://schemas.openxmlformats.org/officeDocument/2006/relationships" id="256" r:id="Rc673a506c3334656"/>
    <p:sldId xmlns:r="http://schemas.openxmlformats.org/officeDocument/2006/relationships" id="257" r:id="R9abdfc3aec2542e3"/>
    <p:sldId xmlns:r="http://schemas.openxmlformats.org/officeDocument/2006/relationships" id="258" r:id="R2e7b57412dca4899"/>
    <p:sldId xmlns:r="http://schemas.openxmlformats.org/officeDocument/2006/relationships" id="259" r:id="R1ee7e97c26ba4cd8"/>
    <p:sldId xmlns:r="http://schemas.openxmlformats.org/officeDocument/2006/relationships" id="260" r:id="Raeee2bca04f94f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1d66d7f214f9d" /><Relationship Type="http://schemas.openxmlformats.org/officeDocument/2006/relationships/slideMaster" Target="/ppt/slideMasters/slideMaster1.xml" Id="R4f3ca6d1c15d4980" /><Relationship Type="http://schemas.openxmlformats.org/officeDocument/2006/relationships/notesMaster" Target="/ppt/notesMasters/notesMaster1.xml" Id="Rd5ad685cc9c14567" /><Relationship Type="http://schemas.openxmlformats.org/officeDocument/2006/relationships/presProps" Target="/ppt/presProps.xml" Id="Ra66cde07cd504dec" /><Relationship Type="http://schemas.openxmlformats.org/officeDocument/2006/relationships/tableStyles" Target="/ppt/tableStyles.xml" Id="R7e86ceccdddd4861" /><Relationship Type="http://schemas.openxmlformats.org/officeDocument/2006/relationships/slide" Target="/ppt/slides/slide1.xml" Id="Rc673a506c3334656" /><Relationship Type="http://schemas.openxmlformats.org/officeDocument/2006/relationships/slide" Target="/ppt/slides/slide2.xml" Id="R9abdfc3aec2542e3" /><Relationship Type="http://schemas.openxmlformats.org/officeDocument/2006/relationships/slide" Target="/ppt/slides/slide3.xml" Id="R2e7b57412dca4899" /><Relationship Type="http://schemas.openxmlformats.org/officeDocument/2006/relationships/slide" Target="/ppt/slides/slide4.xml" Id="R1ee7e97c26ba4cd8" /><Relationship Type="http://schemas.openxmlformats.org/officeDocument/2006/relationships/slide" Target="/ppt/slides/slide5.xml" Id="Raeee2bca04f94f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24f2739701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9b7928216f4134" /><Relationship Type="http://schemas.openxmlformats.org/officeDocument/2006/relationships/notesMaster" Target="/ppt/notesMasters/notesMaster1.xml" Id="Re861998c2abb4a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97161f45f447bd" /><Relationship Type="http://schemas.openxmlformats.org/officeDocument/2006/relationships/notesMaster" Target="/ppt/notesMasters/notesMaster1.xml" Id="R92fddad1b820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fc2baefe44273" /><Relationship Type="http://schemas.openxmlformats.org/officeDocument/2006/relationships/notesMaster" Target="/ppt/notesMasters/notesMaster1.xml" Id="R0e0caf62187c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62f28adc34f03" /><Relationship Type="http://schemas.openxmlformats.org/officeDocument/2006/relationships/notesMaster" Target="/ppt/notesMasters/notesMaster1.xml" Id="Rb5561bf91e9e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56315145814022" /><Relationship Type="http://schemas.openxmlformats.org/officeDocument/2006/relationships/notesMaster" Target="/ppt/notesMasters/notesMaster1.xml" Id="Rd59716f37d0c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Сотруднику нужно не просто найти документ, а выполнить задачу по нему. Регула связывает ответ с конкретным пунктом, помогает собрать проект и объясняет маршрут визирования. Мы использовали учебные материалы организаторов.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0:20–0:55. В живом приложении задайте вопрос: «В какой срок регистрируется поступивший документ?» Раскройте цитату пункта 5.6. Покажите страницу и редакцию. Не заявляйте, что проверка цитат гарантирует смысловую правильность. При вопросе вне базы помощник должен сказать, чего не знает.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0:55–1:30. Откройте рабочую группу, сообщите цель, участников и сроки. Объясните: помощник не выдумывает реквизиты. Пустые поля отмечены, перед выгрузкой есть предпросмотр. После этого покажите маршрут ввода ИС: юридическое подразделение, ДОУ, ИТ и ИБ с основаниями. Маршрут — рекомендация, а не состоявшееся согласование.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1:30–2:10. Бонусный сценарий из видео организаторов: куратор загружает demo/new-module.txt, просматривает и активирует. После этого сразу появляется новая форма. Для автоматической формы нужны явные маркеры полей. Версии сохраняются; старый черновик нельзя незаметно выгрузить по измененному шаблону. Коротко объясните схему: данные и модель локальны, доступ проверяется до поиска. Правила маршрута детерминированы и обновляются вместе с тестами.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2:10–3:00. Покажите журнал действий и различие ролей. Автоматические тесты и ограниченный набор реальных запросов — проверяемые свидетельства, но не промышленная аттестация. Демо-вход открыто переключает роли только в учебном режиме. Доступ для тестирования: http://127.0.0.1:8765 на машине с сервером; для экспертов нужен адрес развернутого экземпляра. Завершите предложением провести пилот с экспертными вопросами и подключением корпоративных систем. Оставшиеся две минуты — вопросы жюри.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40306778e47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a88584c0b47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387ad907344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b1c5b9b6142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8e5fc433f4c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01ad34648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B3FE18-AAA8-46E2-80AC-60B7BCB79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C6755B-0134-4182-B015-3756166537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67AD33-33F5-4507-A125-2BD5D60C4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333702-7C2C-45AF-9B93-726BC4C02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EEC096-F882-4FB7-9134-F5B13D9D07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5343D8-E84F-4E21-AD56-0A7E3E7FD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ACA0FD-8A0C-4163-B58E-3AC4EE39B2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EBCCE5-6B04-41C8-895B-A1340968BA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D82985-7FC1-48E1-850B-603700B91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339348-D83C-4A8A-A53C-7651A6A75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ed1e1cf6947ae" /><Relationship Type="http://schemas.openxmlformats.org/officeDocument/2006/relationships/slideLayout" Target="/ppt/slideLayouts/slideLayout1.xml" Id="R01597a59f85148e5" /><Relationship Type="http://schemas.openxmlformats.org/officeDocument/2006/relationships/slideLayout" Target="/ppt/slideLayouts/slideLayout2.xml" Id="R840c74a348484d35" /><Relationship Type="http://schemas.openxmlformats.org/officeDocument/2006/relationships/slideLayout" Target="/ppt/slideLayouts/slideLayout3.xml" Id="R82d16d39d3a74c6e" /><Relationship Type="http://schemas.openxmlformats.org/officeDocument/2006/relationships/slideLayout" Target="/ppt/slideLayouts/slideLayout4.xml" Id="Re1fcb93210634d58" /><Relationship Type="http://schemas.openxmlformats.org/officeDocument/2006/relationships/slideLayout" Target="/ppt/slideLayouts/slideLayout5.xml" Id="R138cfee9187845b0" /><Relationship Type="http://schemas.openxmlformats.org/officeDocument/2006/relationships/slideLayout" Target="/ppt/slideLayouts/slideLayout6.xml" Id="R23a1f9bbc794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97a59f85148e5"/>
    <p:sldLayoutId xmlns:r="http://schemas.openxmlformats.org/officeDocument/2006/relationships" id="2147483650" r:id="R840c74a348484d35"/>
    <p:sldLayoutId xmlns:r="http://schemas.openxmlformats.org/officeDocument/2006/relationships" id="2147483651" r:id="R82d16d39d3a74c6e"/>
    <p:sldLayoutId xmlns:r="http://schemas.openxmlformats.org/officeDocument/2006/relationships" id="2147483652" r:id="Re1fcb93210634d58"/>
    <p:sldLayoutId xmlns:r="http://schemas.openxmlformats.org/officeDocument/2006/relationships" id="2147483653" r:id="R138cfee9187845b0"/>
    <p:sldLayoutId xmlns:r="http://schemas.openxmlformats.org/officeDocument/2006/relationships" id="2147483654" r:id="R23a1f9bbc794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7209285ee4257" /><Relationship Type="http://schemas.openxmlformats.org/officeDocument/2006/relationships/notesSlide" Target="/ppt/notesSlides/notesSlide1.xml" Id="Rfc2d7fe4b2ff47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7d7b584904dde" /><Relationship Type="http://schemas.openxmlformats.org/officeDocument/2006/relationships/image" Target="/ppt/media/image.jpeg" Id="Rd3842362235d44c9" /><Relationship Type="http://schemas.openxmlformats.org/officeDocument/2006/relationships/notesSlide" Target="/ppt/notesSlides/notesSlide2.xml" Id="R394c63d22fb54f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cdf04138d44ea" /><Relationship Type="http://schemas.openxmlformats.org/officeDocument/2006/relationships/image" Target="/ppt/media/image2.jpeg" Id="R5af76d2c39ff469e" /><Relationship Type="http://schemas.openxmlformats.org/officeDocument/2006/relationships/notesSlide" Target="/ppt/notesSlides/notesSlide3.xml" Id="R2882511dc8bc43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db07e83214d1e" /><Relationship Type="http://schemas.openxmlformats.org/officeDocument/2006/relationships/notesSlide" Target="/ppt/notesSlides/notesSlide4.xml" Id="Rb47783df003d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910987bd84275" /><Relationship Type="http://schemas.openxmlformats.org/officeDocument/2006/relationships/notesSlide" Target="/ppt/notesSlides/notesSlide5.xml" Id="Rd80025e3527e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7DA43-C6B4-4180-865D-0DBB6B30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6F0CF"/>
                </a:solidFill>
                <a:latin typeface="Arial"/>
                <a:ea typeface="Arial"/>
                <a:cs typeface="Arial"/>
              </a:rPr>
              <a:t>ХАКАТОН / КЕЙС ЦДОБР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28C6E-33E4-4AEA-8C63-FB445AB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Регула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A6553-727E-46BD-83C9-A48B76AD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Помощник по делопроизводству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проверяемыми источниками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B8628-46F8-4ECC-B4C4-1695700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36662-F916-4E5A-9232-DC1BA15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96F0C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3D0E9-305E-48B2-9FFE-9891FEC3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исходных документов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30586-3AC3-4FC3-A167-5CBC970B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8155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96F0C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826D2-5311-4465-91B6-3ABF56DD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530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модулей 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F4080-FC21-4B1D-AEA1-E0697E73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96F0C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6F0CF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19268-B4C8-403A-B063-12B14F7B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530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LLM, поиск и данные</a:t>
            </a:r>
          </a:p>
        </p:txBody>
      </p:sp>
    </p:spTree>
    <p:extLst>
      <p:ext uri="{BB962C8B-B14F-4D97-AF65-F5344CB8AC3E}">
        <p14:creationId xmlns:p14="http://schemas.microsoft.com/office/powerpoint/2010/main" val="1031715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8BAEF-EE03-4237-879B-AEFC72A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РЕГУЛА / ЦДОБР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0D2D1-E8FC-4910-AB0A-5203C93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06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Каждый ответ можно проверить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253B2-677E-4A36-A609-F377821F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07ACF-73E8-4571-A19A-A89776E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Учебный прототип на материалах организаторов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6215F-2AD0-494E-91B9-D6983991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3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2B339-FE3F-40BA-9C26-24446680C8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42362235d44c9"/>
          <a:stretch xmlns:a="http://schemas.openxmlformats.org/drawingml/2006/main"/>
        </p:blipFill>
        <p:spPr>
          <a:xfrm xmlns:a="http://schemas.openxmlformats.org/drawingml/2006/main">
            <a:off x="755650" y="1762125"/>
            <a:ext cx="751840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75A3D-5A81-4822-8AE2-9D4C8339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Пункт и страница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E72C2-377C-442B-BC7D-C9565E00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Дословный фрагмент и ссылка на использованную редакцию.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68AD5-C54A-40D6-9709-5594347C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6237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Без догадок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5533A-B281-446E-B85A-79414CD5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9575"/>
            <a:ext cx="27146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Уточнение задачи, честное отсутствие сведений, история диалога.</a:t>
            </a:r>
          </a:p>
        </p:txBody>
      </p:sp>
    </p:spTree>
    <p:extLst>
      <p:ext uri="{BB962C8B-B14F-4D97-AF65-F5344CB8AC3E}">
        <p14:creationId xmlns:p14="http://schemas.microsoft.com/office/powerpoint/2010/main" val="1720954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D77FF-7E1A-4B17-859A-00711F6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РЕГУЛА / ЦДОБР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07B1B-1A48-44DF-A7B6-550AD005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06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Проекты документов по исходным модулям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66A13-E38C-4397-90CB-42CC12B3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BCC5A-2E73-40A3-9DF8-52507B6A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Учебный прототип на материалах организаторов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4F1B5-D413-46F2-9166-6B4395E1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3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E245A-F168-4812-BB78-4C8A4C0928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76d2c39ff469e"/>
          <a:stretch xmlns:a="http://schemas.openxmlformats.org/drawingml/2006/main"/>
        </p:blipFill>
        <p:spPr>
          <a:xfrm xmlns:a="http://schemas.openxmlformats.org/drawingml/2006/main">
            <a:off x="757616" y="1762125"/>
            <a:ext cx="7514468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723CD-1D28-42EC-A471-C758D33C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Сообщить факты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13CFF-8E2E-4DC0-B713-A4EEC9C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Заполнение из сообщения или в форме. Недостающие поля видны.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4DDB4-E7D4-46E4-A16D-D6166D6A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004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Проверить и скачать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9917B-4FF1-4A3B-87BE-1D46EF08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9625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Исходный модуль, условные пункты, таблицы участников, настоящий DOCX.</a:t>
            </a:r>
          </a:p>
        </p:txBody>
      </p:sp>
    </p:spTree>
    <p:extLst>
      <p:ext uri="{BB962C8B-B14F-4D97-AF65-F5344CB8AC3E}">
        <p14:creationId xmlns:p14="http://schemas.microsoft.com/office/powerpoint/2010/main" val="141528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C2323-0915-44C7-95B5-F981C2FED0AF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724900" y="44577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5469FB-9DFC-4BED-A7AE-CC8C9F9145EE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24550" y="44577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068AFA-3325-46A4-8146-65AB1C5B7C4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124200" y="44577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A7449-1A55-416C-B853-B44BA5186FF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05925" y="23526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73C0A-20EF-40F3-AEA5-D188147DD27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67550" y="23526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7967A-02BB-448E-9FF6-6196F33D57D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29175" y="23526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B6A9F-0D6B-4B0B-8A70-1FDFA32E5D8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90800" y="23526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38A"/>
            </a:solidFill>
            <a:tailEnd type="arrow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3D265F-E53A-4860-823E-5476A82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РЕГУЛА / ЦДОБР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4E524-3C8B-4EE4-94C2-FAF5CA95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06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База знаний и локальная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6CA2E-E793-4845-85F0-168FAE0B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9901-6FFC-4620-9094-97833D0E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Учебный прототип на материалах организаторов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31A53-EDDD-4B49-AA96-BEDF279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3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2AA87-92D8-401F-A639-3406DA7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0950-3EB4-4489-A482-8CA6DFEA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574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Документ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EA90B-BAE5-4143-B021-8DE6812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05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1719E-5DEC-428C-860F-2AFF635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Черновик</a:t>
            </a:r>
          </a:p>
          <a:p xmlns:a="http://schemas.openxmlformats.org/drawingml/2006/main">
            <a: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редакции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708BF-7510-4A35-8D04-95DB75F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05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4B7D4-DF73-44A9-897E-D160A0D3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574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Проверка</a:t>
            </a:r>
          </a:p>
          <a:p xmlns:a="http://schemas.openxmlformats.org/drawingml/2006/main">
            <a: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куратором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07165-3E3E-4011-A223-E789F696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05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97D8D-F12D-47DF-A7A1-2D256A1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574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Активация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22507-FAF0-4296-923D-A3E265B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050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E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05BCA-2CC0-47DC-90DE-37716C1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5740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Ответы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проекты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A17CB-443D-465B-B8D8-2ADA8B90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Локальный контур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EC15E-3FF5-40E7-8AA2-F8A1B78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48B18-080F-489C-91D8-6CEF33E8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148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84032-9B1F-4413-BA8F-CBEE608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Рабочее пространство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89D4B-4ED1-427D-AC58-94D8211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814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2F42B-DD06-4508-8605-E5F7DF9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1148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943DF-2D8A-4CE8-8E5D-3186040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Доступ и правила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929F4-56F0-49B6-8716-EC240061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E8CD9-F7EC-4DEF-AE59-E28FA197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148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B8933-FD28-4864-BC1E-CD246663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339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BM25 и эмбеддинги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B9ED8-2FBC-4A8E-8673-1A66859D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2514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870732-E1D4-4187-804E-1285E054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148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A1F7BC-E25E-469A-B8DB-7ED20E8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339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Локальная LLM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CBD3FB-8CA9-4FCA-BADC-2ADAF7DE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SQLite хранит проекты и журнал действий. Файлы сохраняют историю редакций.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890EA-98EE-438E-8A31-13CD5F4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Генератор DOCX использует модули. Правила визирования работают отдельно от LLM.</a:t>
            </a:r>
          </a:p>
        </p:txBody>
      </p:sp>
    </p:spTree>
    <p:extLst>
      <p:ext uri="{BB962C8B-B14F-4D97-AF65-F5344CB8AC3E}">
        <p14:creationId xmlns:p14="http://schemas.microsoft.com/office/powerpoint/2010/main" val="317219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C944F-D144-46E4-B05D-6274F517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РЕГУЛА / ЦДОБР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1325C-B07F-4E79-8FB2-EA3CC98D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06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243B"/>
                </a:solidFill>
                <a:latin typeface="Arial"/>
                <a:ea typeface="Arial"/>
                <a:cs typeface="Arial"/>
              </a:rPr>
              <a:t>Работающий прототип, который можно проверить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D5925-9CB1-4D08-B88B-D602702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E05AC-9409-494E-A91A-5A1C82B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38A"/>
                </a:solidFill>
                <a:latin typeface="Arial"/>
                <a:ea typeface="Arial"/>
                <a:cs typeface="Arial"/>
              </a:rPr>
              <a:t>Учебный прототип на материалах организаторов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20714-39DA-4678-8A50-3EFA9B6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473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3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0005D-AC6F-432B-8217-47C22EE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Что демонстрируем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C5934-EF50-4E36-BA19-0628B67B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42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01   Ответ с цитатой и версией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1FF7C-F74B-446E-8876-D8E30D99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42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02   Семь исходных модулей и экспорт DOCX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05084-4FED-4396-9E47-EA179EA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42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03   Проверка проекта и объяснение виз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37E45-57E4-4B69-B5E3-76098702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542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04   Новый модуль через интерфейс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D08E6-C9FC-40E9-A7FA-986BBEDA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Что проверяем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A6E0E-B823-4BC1-A2C4-0527FF5F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6975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Автотесты API, прав доступа, версий, правил и документов.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Реальные вопросы к локальной модели и проверка интерфейса.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98344-BCCB-4370-97EA-1A0D77C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5010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9E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9E0"/>
                </a:solidFill>
                <a:latin typeface="Arial"/>
                <a:ea typeface="Arial"/>
                <a:cs typeface="Arial"/>
              </a:rPr>
              <a:t>Пилот в организации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6E11A-D144-463E-B5FF-4868252B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953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4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B"/>
                </a:solidFill>
                <a:latin typeface="Arial"/>
                <a:ea typeface="Arial"/>
                <a:cs typeface="Arial"/>
              </a:rPr>
              <a:t>SSO, ИИС ДО, подпись, экспертная оценка ответов и защита хранения.</a:t>
            </a:r>
          </a:p>
        </p:txBody>
      </p:sp>
    </p:spTree>
    <p:extLst>
      <p:ext uri="{BB962C8B-B14F-4D97-AF65-F5344CB8AC3E}">
        <p14:creationId xmlns:p14="http://schemas.microsoft.com/office/powerpoint/2010/main" val="1872133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2026-10-24T00:46:59.4620000Z</dcterms:created>
  <dcterms:modified xsi:type="dcterms:W3CDTF">2026-10-24T00:46:59.4620000Z</dcterms:modified>
</coreProperties>
</file>